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6" r:id="rId11"/>
    <p:sldId id="290" r:id="rId12"/>
    <p:sldId id="291" r:id="rId13"/>
    <p:sldId id="289" r:id="rId14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 autoAdjust="0"/>
    <p:restoredTop sz="94660"/>
  </p:normalViewPr>
  <p:slideViewPr>
    <p:cSldViewPr snapToGrid="0">
      <p:cViewPr varScale="1">
        <p:scale>
          <a:sx n="98" d="100"/>
          <a:sy n="98" d="100"/>
        </p:scale>
        <p:origin x="8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anchor="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</a:t>
            </a:r>
            <a:r>
              <a:rPr lang="zh-CN" alt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</a:t>
            </a:r>
            <a:endParaRPr lang="zh-CN" alt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2026-03-23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Introduction</a:t>
            </a:r>
            <a:endParaRPr lang="en-US" altLang="zh-CN" dirty="0"/>
          </a:p>
          <a:p>
            <a:r>
              <a:rPr lang="en-US" altLang="zh-CN" dirty="0"/>
              <a:t>2 Installation</a:t>
            </a:r>
            <a:endParaRPr lang="en-US" altLang="zh-CN" dirty="0"/>
          </a:p>
          <a:p>
            <a:r>
              <a:rPr lang="en-US" altLang="zh-CN" dirty="0"/>
              <a:t>3 Running the tool</a:t>
            </a:r>
            <a:endParaRPr lang="en-US" altLang="zh-CN" dirty="0"/>
          </a:p>
          <a:p>
            <a:r>
              <a:rPr lang="en-US" altLang="zh-CN" dirty="0"/>
              <a:t>4  Validation test</a:t>
            </a:r>
            <a:endParaRPr lang="en-US" altLang="zh-CN" dirty="0"/>
          </a:p>
          <a:p>
            <a:r>
              <a:rPr lang="en-US" altLang="zh-CN" dirty="0"/>
              <a:t>5 glTF Output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 Introduction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tool is developed for identifying fire hazard. Currently the tool only support Revit 2018.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altLang="zh-CN" dirty="0"/>
              <a:t>2 Installation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1900" dirty="0"/>
              <a:t>The tool is run by the Revit </a:t>
            </a:r>
            <a:r>
              <a:rPr lang="en-US" altLang="zh-CN" sz="1900" dirty="0" err="1"/>
              <a:t>Addin</a:t>
            </a:r>
            <a:r>
              <a:rPr lang="en-US" altLang="zh-CN" sz="1900" dirty="0"/>
              <a:t> Manager, which is an add-in for Revit. If you have not install the </a:t>
            </a:r>
            <a:r>
              <a:rPr lang="en-US" altLang="zh-CN" sz="1900" dirty="0" err="1"/>
              <a:t>Addin</a:t>
            </a:r>
            <a:r>
              <a:rPr lang="en-US" altLang="zh-CN" sz="1900" dirty="0"/>
              <a:t> Manager, please quit the Revit application, copy all the files in the </a:t>
            </a:r>
            <a:r>
              <a:rPr lang="en-US" altLang="zh-CN" sz="1900" dirty="0" err="1"/>
              <a:t>AddinManager</a:t>
            </a:r>
            <a:r>
              <a:rPr lang="en-US" altLang="zh-CN" sz="1900" dirty="0"/>
              <a:t> to the folder C:\ProgramData\Autodesk\Revit\Addins\[your Revit version]\, and restart the Revit application. Then you can find it appears in the Add-Ins Tabs</a:t>
            </a:r>
            <a:endParaRPr lang="en-US" altLang="zh-CN" sz="1900" dirty="0"/>
          </a:p>
          <a:p>
            <a:pPr>
              <a:lnSpc>
                <a:spcPct val="110000"/>
              </a:lnSpc>
            </a:pPr>
            <a:endParaRPr lang="zh-CN" altLang="en-US" sz="1900" dirty="0"/>
          </a:p>
        </p:txBody>
      </p:sp>
      <p:grpSp>
        <p:nvGrpSpPr>
          <p:cNvPr id="9" name="Group 8"/>
          <p:cNvGrpSpPr>
            <a:grpSpLocks noGrp="1" noRot="1" noChangeAspect="1" noMove="1" noResize="1" noUngrp="1"/>
          </p:cNvGrpSpPr>
          <p:nvPr/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0" name="Rectangle 9"/>
            <p:cNvSpPr/>
            <p:nvPr/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1077" y="2685150"/>
            <a:ext cx="4613872" cy="1614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7245" y="2924175"/>
            <a:ext cx="3908425" cy="30276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945" y="3201670"/>
            <a:ext cx="2800985" cy="2880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Installation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3140" y="2015490"/>
            <a:ext cx="10861675" cy="3450590"/>
          </a:xfrm>
        </p:spPr>
        <p:txBody>
          <a:bodyPr/>
          <a:lstStyle/>
          <a:p>
            <a:r>
              <a:rPr lang="en-US" altLang="zh-CN" dirty="0"/>
              <a:t>Click the “Add-In Manager</a:t>
            </a:r>
            <a:r>
              <a:rPr lang="zh-CN" altLang="en-US" dirty="0"/>
              <a:t>（</a:t>
            </a:r>
            <a:r>
              <a:rPr lang="en-US" altLang="zh-CN" dirty="0"/>
              <a:t>Manual Mode</a:t>
            </a:r>
            <a:r>
              <a:rPr lang="zh-CN" altLang="en-US" dirty="0"/>
              <a:t>）” </a:t>
            </a:r>
            <a:r>
              <a:rPr lang="en-US" altLang="zh-CN" dirty="0"/>
              <a:t>, Click “Load”, choose the SiteHazardIdentifier.</a:t>
            </a:r>
            <a:r>
              <a:rPr lang="en-US" altLang="zh-CN" dirty="0" err="1"/>
              <a:t>dll</a:t>
            </a:r>
            <a:r>
              <a:rPr lang="en-US" altLang="zh-CN" dirty="0"/>
              <a:t> of "Supplementary Materials\Compiled\Debug\"</a:t>
            </a:r>
            <a:r>
              <a:rPr lang="en-US" altLang="zh-CN" dirty="0"/>
              <a:t> folder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画布 5"/>
          <p:cNvSpPr>
            <a:spLocks noChangeAspect="1"/>
          </p:cNvSpPr>
          <p:nvPr/>
        </p:nvSpPr>
        <p:spPr>
          <a:xfrm>
            <a:off x="827405" y="2757805"/>
            <a:ext cx="11299190" cy="3599815"/>
          </a:xfrm>
        </p:spPr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839470" y="2924175"/>
            <a:ext cx="3428365" cy="315849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3495675" y="4318000"/>
            <a:ext cx="993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8367395" y="4318000"/>
            <a:ext cx="993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Select the </a:t>
            </a:r>
            <a:r>
              <a:rPr lang="en-US" altLang="zh-CN" i="1" dirty="0"/>
              <a:t>SiteHazardIdentifier.IdentifyHazardRisk</a:t>
            </a:r>
            <a:r>
              <a:rPr lang="en-US" altLang="zh-CN" dirty="0"/>
              <a:t> from the Add-in Manager, then click Run. The main form of the tool will appear.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画布 11"/>
          <p:cNvSpPr>
            <a:spLocks noChangeAspect="1"/>
          </p:cNvSpPr>
          <p:nvPr/>
        </p:nvSpPr>
        <p:spPr>
          <a:xfrm>
            <a:off x="1697990" y="2915920"/>
            <a:ext cx="8126730" cy="3450590"/>
          </a:xfrm>
        </p:spPr>
      </p:sp>
      <p:cxnSp>
        <p:nvCxnSpPr>
          <p:cNvPr id="8" name="直接箭头连接符 7"/>
          <p:cNvCxnSpPr/>
          <p:nvPr/>
        </p:nvCxnSpPr>
        <p:spPr>
          <a:xfrm>
            <a:off x="4480560" y="4469765"/>
            <a:ext cx="7162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40" y="2968625"/>
            <a:ext cx="3107055" cy="3023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460" y="2900045"/>
            <a:ext cx="5516880" cy="3270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2485" y="3368675"/>
            <a:ext cx="4271645" cy="25685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en-US" altLang="zh-CN" baseline="30000" dirty="0"/>
              <a:t>nd </a:t>
            </a:r>
            <a:r>
              <a:rPr lang="en-US" altLang="zh-CN" dirty="0"/>
              <a:t>click the </a:t>
            </a:r>
            <a:r>
              <a:rPr lang="zh-CN" altLang="en-US" dirty="0"/>
              <a:t>“</a:t>
            </a:r>
            <a:r>
              <a:rPr lang="en-US" altLang="zh-CN" dirty="0"/>
              <a:t>Load voxel</a:t>
            </a:r>
            <a:r>
              <a:rPr lang="zh-CN" altLang="en-US" dirty="0"/>
              <a:t>”</a:t>
            </a:r>
            <a:r>
              <a:rPr lang="en-US" altLang="zh-CN" dirty="0"/>
              <a:t>.  Choose the “School200-2 from the SampleFile folder. Wait until the voxels are loaded.</a:t>
            </a:r>
            <a:endParaRPr lang="en-US" altLang="zh-CN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671060" y="4800600"/>
            <a:ext cx="239522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" y="3368675"/>
            <a:ext cx="4497070" cy="267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en-US" altLang="zh-CN" dirty="0"/>
              <a:t>, Click the “Load WBS Data” button, choose the Work3.csv from “Supplementary Materials\Samples\Converted” folder. Wait until the data are loaded.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408805" y="4957445"/>
            <a:ext cx="535305" cy="12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7832725" y="4958715"/>
            <a:ext cx="535305" cy="12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215" y="3769360"/>
            <a:ext cx="2938145" cy="2164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030" y="3769360"/>
            <a:ext cx="3590925" cy="2266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30" y="3769360"/>
            <a:ext cx="391414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US" altLang="zh-CN" baseline="30000" dirty="0"/>
              <a:t>th</a:t>
            </a:r>
            <a:r>
              <a:rPr lang="en-US" altLang="zh-CN" dirty="0"/>
              <a:t> Click “Fire hazard Identification”. Wait until the process is over. You can save the result by clicking “Yes” of the pop-up dialogue for the validation check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5880" y="2818130"/>
            <a:ext cx="5209540" cy="3353435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5776595" y="4800600"/>
            <a:ext cx="748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" y="2906395"/>
            <a:ext cx="5334635" cy="317754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1962785" y="4874895"/>
            <a:ext cx="592455" cy="4076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en-US" altLang="zh-CN" baseline="30000" dirty="0"/>
              <a:t>th</a:t>
            </a:r>
            <a:r>
              <a:rPr lang="en-US" altLang="zh-CN" dirty="0"/>
              <a:t> Click “Visualize” to check the colored representation of the model. Note: Data will only generated on the main model, the linked model, even voxelized, cannot attatch data.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60" y="2797810"/>
            <a:ext cx="5445125" cy="32359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585" y="2797810"/>
            <a:ext cx="3507740" cy="320865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6737985" y="4572635"/>
            <a:ext cx="535305" cy="12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 the tool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en-US" altLang="zh-CN" baseline="30000" dirty="0"/>
              <a:t>th</a:t>
            </a:r>
            <a:r>
              <a:rPr lang="en-US" altLang="zh-CN" dirty="0"/>
              <a:t> Click any element to check its detailed fire hazard information.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2681605"/>
            <a:ext cx="4930775" cy="32905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450" y="2555875"/>
            <a:ext cx="4526915" cy="355028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5673725" y="4574540"/>
            <a:ext cx="145923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210516" y="2967335"/>
            <a:ext cx="37709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you!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2ZlNjk1ZDAyZWE0ZmZjN2RiNDU0NzkzYWVjYWVhODYifQ=="/>
</p:tagLst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1650</Words>
  <Application>WPS 演示</Application>
  <PresentationFormat>宽屏</PresentationFormat>
  <Paragraphs>55</Paragraphs>
  <Slides>12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Times New Roman</vt:lpstr>
      <vt:lpstr>Calibri</vt:lpstr>
      <vt:lpstr>Gill Sans MT</vt:lpstr>
      <vt:lpstr>微软雅黑</vt:lpstr>
      <vt:lpstr>Arial Unicode MS</vt:lpstr>
      <vt:lpstr>等线 Light</vt:lpstr>
      <vt:lpstr>等线</vt:lpstr>
      <vt:lpstr>画廊</vt:lpstr>
      <vt:lpstr>Instructions to users</vt:lpstr>
      <vt:lpstr>Content</vt:lpstr>
      <vt:lpstr>I Introduction</vt:lpstr>
      <vt:lpstr>2 Installation</vt:lpstr>
      <vt:lpstr>2 Installation</vt:lpstr>
      <vt:lpstr>Running the tool</vt:lpstr>
      <vt:lpstr>Running the tool</vt:lpstr>
      <vt:lpstr>Running the tool</vt:lpstr>
      <vt:lpstr>Running the tool</vt:lpstr>
      <vt:lpstr>Running the tool</vt:lpstr>
      <vt:lpstr>Running the tool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to users</dc:title>
  <dc:creator>GZ</dc:creator>
  <cp:lastModifiedBy>guozeng</cp:lastModifiedBy>
  <cp:revision>26</cp:revision>
  <dcterms:created xsi:type="dcterms:W3CDTF">2024-01-19T13:52:00Z</dcterms:created>
  <dcterms:modified xsi:type="dcterms:W3CDTF">2026-04-25T09:43:40Z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33E873B1BEF14E98B238EC1BA26BB340_12</vt:lpwstr>
  </property>
  <property fmtid="{D5CDD505-2E9C-101B-9397-08002B2CF9AE}" pid="3" name="KSOProductBuildVer">
    <vt:lpwstr>2052-12.1.0.25865</vt:lpwstr>
  </property>
</Properties>
</file>